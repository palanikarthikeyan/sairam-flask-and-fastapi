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58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Building Scalable Web Applications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553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2C39A"/>
                </a:solidFill>
              </a:rPr>
              <a:t>using Flask and FastAPI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911616" y="403277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Mr. Palani Karthikeyan</a:t>
            </a:r>
          </a:p>
          <a:p>
            <a:pPr algn="l"/>
            <a:endParaRPr lang="en-US" b="1" dirty="0">
              <a:solidFill>
                <a:srgbClr val="FFFFFF"/>
              </a:solidFill>
            </a:endParaRPr>
          </a:p>
          <a:p>
            <a:pPr algn="l"/>
            <a:r>
              <a:rPr lang="en-US" b="1" dirty="0">
                <a:solidFill>
                  <a:srgbClr val="FFFFFF"/>
                </a:solidFill>
              </a:rPr>
              <a:t>Krosum Labs – Bangalore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FFFFFF"/>
                </a:solidFill>
              </a:rPr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Workshop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1: Flask Fundamentals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Building web apps from scratch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Routes, templates &amp; forms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Database integration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CRUD operations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Hands-on project: Student Management 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114800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0" y="1188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2: FastAPI Mastery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High-performance REST APIs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Automatic documentation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Data validation with Pydantic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Async programming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Hands-on project: API with Swagger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DAY 1: Flask Fundamentals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Session 1 (1 hr)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Introduction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Web dev basics, Flask setup, First Flask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Session 2 (1.5 hrs)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Flask Basics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Routing, URL parameters, HTTP methods, JSON responses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Session 3 (1.5 hrs)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788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Templates &amp; Forms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Jinja2 templates, Form handling, Redirects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Session 4 (1.5 hrs)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Database Integration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SQLite, Models &amp; ORM, CRUD operations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Session 5 (1.5 hrs)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Mini Project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4805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Student Complaint App, Best practices,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1: Introduction &amp; Setup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 hour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What You'll Learn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Web Development fundamentals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Frontend vs Backend 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What is Flask and why use it?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Flask vs Django vs FastAPI comparison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Python virtual environments (venv)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Project structure best practices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065A82">
              <a:alpha val="9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4960" y="1508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Hands-on Activities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7760" y="21031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Create your first Flask application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Run Flask development server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Understand Flask project structure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2: Flask Basics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1.5 hours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Application Lifecycle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Understand Flask request-response cycle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1371600"/>
            <a:ext cx="411480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554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Routing (@app.route)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749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Define URL endpoints for your app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743200"/>
            <a:ext cx="411480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26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URL Parameters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Dynamic routes and query strings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00600" y="2743200"/>
            <a:ext cx="411480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26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1500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HTTP Methods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07492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GET, POST, PUT, DELETE requests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519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11480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Hands-on: Build simple routes &amp; Student info API (/student/&lt;id&gt;)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3: Templates &amp; Forms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1.5 hours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Core Concepts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Jinja2 Template Engine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Creating HTML templates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Passing data from Flask to templates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Form handling (GET vs POST)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Redirects and url_for function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Template inheritance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0A223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Jinja2 Syntax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variable }}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variables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item in list %}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structures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'base.html' %}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inheritance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80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43891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39"/>
                </a:solidFill>
              </a:rPr>
              <a:t>Hands-on: Simple login page &amp; Student registration form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4: Database Integration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1.5 hours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1737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Why Databases?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2148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Persistent data storage, structured queries, data relationships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39"/>
                </a:solidFill>
              </a:rPr>
              <a:t>Topics Covered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661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SQLite with Flask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Understanding Models &amp; ORM concepts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CRUD Operations (Create, Read, Update, Delete)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7492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Database migrations and schema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5: Mini Project + Wrap-up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1 - 1.5 hours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002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Build: Student Complaint / Feedback App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645920" y="21031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Add new complaints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View all complaints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Edit and delete functionality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Additional Topics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Flask folder structure best practices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Debug mode and error handling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Deployment overview (Heroku / Render)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71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02C39A"/>
                </a:solidFill>
              </a:rPr>
              <a:t>DAY 1 OUTCOME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Students can build a basic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web application using Flask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2C39A"/>
                </a:solidFill>
              </a:rPr>
              <a:t>DAY 2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FastAPI Workshop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2C39A"/>
                </a:solidFill>
              </a:rPr>
              <a:t>Modern API Development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High-performance APIs with automatic documentation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DAY 2: FastAPI Mastery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Session 1 (1 hr)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Introduction to FastAPI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is FastAPI, REST APIs, Swagger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Session 2 (1.5 hrs)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FastAPI Core Concepts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Path/Query parameters, Request body, Response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Session 3 (1.5 hrs)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788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Pydantic &amp;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Data validation, Type safety, Error handling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Session 4 (1.5 hrs)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Database &amp; Async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Async endpoints, FastAPI with DB, Authentication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Session 5 (1.5 hrs)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Deployment &amp; Project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4805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CORS, API versioning, Production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1: Introduction to FastAPI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 hour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</a:rPr>
              <a:t>What is FastAPI?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Modern, high-performance web framework for building APIs with Python 3.8+ based on standard Python type hints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</a:rPr>
              <a:t>Why FastAPI?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Very fast (on par with NodeJS and Go)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Auto-generated interactive API docs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Easy to learn and 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Flask vs Django vs FastAPI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Framework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Learning Curve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Flask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Moderate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Easy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Small to medium apps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Django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Moderate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Steeper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Full-stack web apps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FastAPI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Very Fast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Easy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Modern APIs &amp; Microservices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2: FastAPI Core Concepts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1.5 hours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Path Parameters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/items/{item_id}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73152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Query Parameters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/items/?skip=0&amp;limit=10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11480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73152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Request Body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data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240280"/>
            <a:ext cx="411480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2240280"/>
            <a:ext cx="73152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HTTP Methods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GET, POST, PUT, DELETE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11480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73152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Status Codes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200, 201, 404, 500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108960"/>
            <a:ext cx="4114800" cy="7315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0" y="3108960"/>
            <a:ext cx="73152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Response Models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Type-safe responses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8912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97280" y="42976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39"/>
                </a:solidFill>
              </a:rPr>
              <a:t>Hands-on: Build Student API with GET, POST, PUT, DELETE operations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3: Pydantic &amp; Data Validation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1.5 hours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What is Pydantic?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Data validation and settings management using Python type annotations. FastAPI uses Pydantic for automatic request and response validation.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39"/>
                </a:solidFill>
              </a:rPr>
              <a:t>Key Features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832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9"/>
                </a:solidFill>
              </a:rPr>
              <a:t>Request validation</a:t>
            </a:r>
            <a:r>
              <a:rPr lang="en-US" sz="1300" dirty="0">
                <a:solidFill>
                  <a:srgbClr val="64748B"/>
                </a:solidFill>
              </a:rPr>
              <a:t> - Automatic validation of incoming data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776472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679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7764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9"/>
                </a:solidFill>
              </a:rPr>
              <a:t>Response validation</a:t>
            </a:r>
            <a:r>
              <a:rPr lang="en-US" sz="1300" dirty="0">
                <a:solidFill>
                  <a:srgbClr val="64748B"/>
                </a:solidFill>
              </a:rPr>
              <a:t> - Ensure correct output format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4261104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5254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26110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9"/>
                </a:solidFill>
              </a:rPr>
              <a:t>Data types &amp; constraints</a:t>
            </a:r>
            <a:r>
              <a:rPr lang="en-US" sz="1300" dirty="0">
                <a:solidFill>
                  <a:srgbClr val="64748B"/>
                </a:solidFill>
              </a:rPr>
              <a:t> - Email, URLs, min/max values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4745736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3717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74573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9"/>
                </a:solidFill>
              </a:rPr>
              <a:t>Error handling</a:t>
            </a:r>
            <a:r>
              <a:rPr lang="en-US" sz="1300" dirty="0">
                <a:solidFill>
                  <a:srgbClr val="64748B"/>
                </a:solidFill>
              </a:rPr>
              <a:t> - Clear, informative error messages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57200" y="5230368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21808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5230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39"/>
                </a:solidFill>
              </a:rPr>
              <a:t>Type safety</a:t>
            </a:r>
            <a:r>
              <a:rPr lang="en-US" sz="1300" dirty="0">
                <a:solidFill>
                  <a:srgbClr val="64748B"/>
                </a:solidFill>
              </a:rPr>
              <a:t> - Catch bugs at development time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4: Database &amp; Async Concepts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1.5 hours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Synchronous vs Asynchronous APIs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Synchronous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Requests processed one at a time. Simple but can be slower under high load.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18872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39"/>
                </a:solidFill>
              </a:rPr>
              <a:t>Asynchronous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Multiple requests handled concurrently. Better performance and scalability.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39"/>
                </a:solidFill>
              </a:rPr>
              <a:t>Topics Covered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Async endpoints with async/await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Database integration with FastAPI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Dependency Injection pattern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Basic authentication (JWT overview)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Session 5: Deployment + Mini Project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1 - 1.5 hours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Production Readiness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CORS &amp; middleware configuration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API versioning strategies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Frontend integration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Docker containerization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Deployment to Render/Railway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Mini Project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Complaint Management REST API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Full CRUD operations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Pydantic validation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Auto-generated Swagger docs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Database persistence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Production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71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02C39A"/>
                </a:solidFill>
              </a:rPr>
              <a:t>DAY 2 OUTCOME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Students can build production-ready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REST APIs using FastAPI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065A82">
              <a:alpha val="9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</a:rPr>
              <a:t>Flask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Lightweight &amp; flexible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Perfect for learning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Great for full-stack apps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Template rendering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Database integration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C7293">
              <a:alpha val="9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</a:rPr>
              <a:t>FastAPI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02920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High performance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Auto API documentation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Type safety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Async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Modern Python features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239"/>
                </a:solidFill>
              </a:rPr>
              <a:t>Next Steps &amp; Resources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Continue Your Learning Journey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39"/>
                </a:solidFill>
              </a:rPr>
              <a:t>Practice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Build more projects, experiment with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39"/>
                </a:solidFill>
              </a:rPr>
              <a:t>Documentation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Flask docs: flask.palletsprojects.com | FastAPI docs: fastapi.tiangolo.com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971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39"/>
                </a:solidFill>
              </a:rPr>
              <a:t>Community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246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Join Discord servers, Stack Overflow, Reddit communities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611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39"/>
                </a:solidFill>
              </a:rPr>
              <a:t>Advanced Topics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Authentication, Testing, Microservices, WebSockets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251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39"/>
                </a:solidFill>
              </a:rPr>
              <a:t>Deploy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97280" y="4526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Get your apps online: Heroku, Render, Railway, DigitalOcean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Ready to Build Amazing Web Applications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1036</Words>
  <Application>Microsoft Office PowerPoint</Application>
  <PresentationFormat>On-screen Show (16:9)</PresentationFormat>
  <Paragraphs>255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Scalable Web Applications using Flask and FastAPI</dc:title>
  <dc:subject>PptxGenJS Presentation</dc:subject>
  <dc:creator>KKN Instructor</dc:creator>
  <cp:lastModifiedBy>Palani Karthikeyan</cp:lastModifiedBy>
  <cp:revision>2</cp:revision>
  <dcterms:created xsi:type="dcterms:W3CDTF">2026-02-17T04:39:32Z</dcterms:created>
  <dcterms:modified xsi:type="dcterms:W3CDTF">2026-02-17T06:25:20Z</dcterms:modified>
</cp:coreProperties>
</file>